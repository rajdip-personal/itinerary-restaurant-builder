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Your Workshop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13 steps from PRD to working code — nothing moves forward without your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You + Claude  (Steps 1–5)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057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" y="1161288"/>
            <a:ext cx="256032" cy="256032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6A9F"/>
                </a:solidFill>
              </a:defRPr>
            </a:pPr>
            <a: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Verify environment</a:t>
            </a:r>
            <a:br/>
            <a:r>
              <a:t>Pick 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9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097280"/>
            <a:ext cx="2057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161288"/>
            <a:ext cx="256032" cy="256032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143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6A9F"/>
                </a:solidFill>
              </a:defRPr>
            </a:pPr>
            <a:r>
              <a:t>Pick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142646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Choose pre-built or</a:t>
            </a:r>
            <a:br/>
            <a:r>
              <a:t>create your 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9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1097280"/>
            <a:ext cx="2057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65192" y="1161288"/>
            <a:ext cx="256032" cy="256032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1143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6A9F"/>
                </a:solidFill>
              </a:defRPr>
            </a:pPr>
            <a:r>
              <a:t>Read PRD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42646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Everyone reads the PRD</a:t>
            </a:r>
            <a:br/>
            <a:r>
              <a:t>Type ‘ready’ to 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965960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6A9F"/>
                </a:solidFill>
              </a:defRPr>
            </a:pPr>
            <a:r>
              <a:t>⏸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9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1097280"/>
            <a:ext cx="2057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78624" y="1161288"/>
            <a:ext cx="256032" cy="256032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1143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6A9F"/>
                </a:solidFill>
              </a:defRPr>
            </a:pPr>
            <a:r>
              <a:t>Refine PRD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142646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Answer Claude’s questions</a:t>
            </a:r>
            <a:br/>
            <a:r>
              <a:t>about your PRD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1965960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6A9F"/>
                </a:solidFill>
              </a:defRPr>
            </a:pPr>
            <a:r>
              <a:t>↻ Iterate until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14173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A9F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1097280"/>
            <a:ext cx="2057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92056" y="1161288"/>
            <a:ext cx="256032" cy="256032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1143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6A9F"/>
                </a:solidFill>
              </a:defRPr>
            </a:pPr>
            <a:r>
              <a:t>Review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142646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Resolve each open</a:t>
            </a:r>
            <a:br/>
            <a:r>
              <a:t>question one by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1965960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6A9F"/>
                </a:solidFill>
              </a:defRPr>
            </a:pPr>
            <a:r>
              <a:t>↻ Iterate per question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331720"/>
            <a:ext cx="11643055" cy="347472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C00"/>
                </a:solidFill>
              </a:defRPr>
            </a:pPr>
            <a:r>
              <a:t>HANDOFF →  Agent Team coordinates from here.  Agents generate — you review and approve.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788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Agents Generate, You Approve  (Steps 6–13)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06324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8328" y="312724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10896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Requirements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Review requirements</a:t>
            </a:r>
            <a:br/>
            <a: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9319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383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27832" y="306324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91840" y="312724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3592" y="310896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Technical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9272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Review the design</a:t>
            </a:r>
            <a:br/>
            <a: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9272" y="39319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3383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306324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45352" y="312724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310896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Execution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Review the plan</a:t>
            </a:r>
            <a:br/>
            <a: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39319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8824" y="3383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34856" y="306324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98864" y="312724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0616" y="310896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UI Prototype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6296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Click through prototype</a:t>
            </a:r>
            <a:br/>
            <a:r>
              <a:t>Give 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373075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Skip if no UI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393192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429768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38328" y="436168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3434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User Stories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6268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Review sprint-ready stories</a:t>
            </a:r>
            <a:br/>
            <a:r>
              <a:t>Approve, revise, or re-run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1663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46177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27832" y="429768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291840" y="436168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3592" y="43434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19272" y="46268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Review coverage report</a:t>
            </a:r>
            <a:br/>
            <a:r>
              <a:t>Confirm no gaps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9272" y="51663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Iterate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25312" y="46177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81344" y="429768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245352" y="436168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7104" y="43434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Jira Sync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2784" y="46268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Provide Jira project key</a:t>
            </a:r>
            <a:br/>
            <a:r>
              <a:t>Stories sync to Jira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78824" y="46177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34856" y="4297680"/>
            <a:ext cx="26974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198864" y="436168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0616" y="434340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Implementation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26296" y="46268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Approve each story before</a:t>
            </a:r>
            <a:br/>
            <a:r>
              <a:t>coding starts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26296" y="51663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↻ Per story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↻ = You can send it back for revision   •   Blue = you talk directly to Claude   •   Green = agents generate, you approve   •   Every step commits &amp; pushes to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Who Drives Each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Rotate the keyboard. The person best suited to review each step should be driving.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411480" cy="32004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9F"/>
                </a:solidFill>
              </a:defRPr>
            </a:pPr>
            <a:r>
              <a:t>You +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81328"/>
            <a:ext cx="411480" cy="32004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Pick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Whole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9F"/>
                </a:solidFill>
              </a:defRPr>
            </a:pPr>
            <a:r>
              <a:t>You + Claude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865376"/>
            <a:ext cx="411480" cy="32004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65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Read PRD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653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653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9F"/>
                </a:solidFill>
              </a:defRPr>
            </a:pPr>
            <a:r>
              <a:t>You + Claude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249424"/>
            <a:ext cx="411480" cy="32004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249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Refine PRD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Product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494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9F"/>
                </a:solidFill>
              </a:defRPr>
            </a:pPr>
            <a:r>
              <a:t>You + Claude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633472"/>
            <a:ext cx="411480" cy="32004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Review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33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6A9F"/>
                </a:solidFill>
              </a:defRPr>
            </a:pPr>
            <a:r>
              <a:t>Product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6A9F"/>
                </a:solidFill>
              </a:defRPr>
            </a:pPr>
            <a:r>
              <a:t>You + Claude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301752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Tech Lead +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401568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01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Technical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401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Architect / Sr Eng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3785616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85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Execution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785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Tech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785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4169664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169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UI 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1696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Whole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4553712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User Stories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PM + Tech Lead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553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493776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Tech Lead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5321808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Jira Sync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Anyone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5705856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5705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Implementation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705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Engineer(s)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705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Agents +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